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77" r:id="rId7"/>
    <p:sldId id="272" r:id="rId8"/>
    <p:sldId id="274" r:id="rId9"/>
    <p:sldId id="267" r:id="rId10"/>
    <p:sldId id="275" r:id="rId11"/>
    <p:sldId id="271" r:id="rId12"/>
    <p:sldId id="269" r:id="rId13"/>
    <p:sldId id="265" r:id="rId14"/>
    <p:sldId id="276" r:id="rId15"/>
    <p:sldId id="278" r:id="rId16"/>
    <p:sldId id="279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C0EA3F-62A0-933D-AFD0-01ED1643CBB2}" v="15" dt="2025-08-22T16:10:14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7" d="100"/>
          <a:sy n="47" d="100"/>
        </p:scale>
        <p:origin x="86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08528-A10B-33B8-8F63-ED3645134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6999B1-F3D1-ADF0-608C-2F35BAF6D8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E13E2-F4F0-4E5B-7FE9-CF260715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0241C-51CF-138B-0425-3ACE4219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509BC-1F4A-0303-CBEF-7C842D955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874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4B1AB-9B5F-E680-3690-29A4B99FD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70751-A6AF-3D06-D278-10595C2CA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07FC-75C8-0190-B93B-CE3136AB3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CF173-866B-E87C-57DB-11C969FF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A1320-7CD5-2385-1B6E-88A9A3D9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979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7791-015D-0C56-7370-1DD2F3056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81591-18C5-47B6-A856-CCD8BCA02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F235F-1BBC-8FFA-ECE7-0AD45DE2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CCFCE-4ACB-D34C-D2B1-D66DB1B6F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73909-27DF-BC68-400C-2863BAE77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48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93F7-8706-8F7C-2A82-0371B46AA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6576-7BBB-7857-B14D-7229C8F22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06666-4AB0-75B5-9499-C2605D03B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749681-F3F0-A9DC-C42C-0516FF248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86F57-B9EC-57ED-7A38-84F96D60F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10240-C9A0-5DBD-7663-529ADE4C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76472-D86A-5854-EF48-6281F2EC0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CBCC2-1753-13B1-7092-3B8BE7112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CB2DD-4442-1E4E-0F8D-0778E390D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4BEFE1-BE8C-87AB-EF5E-1F38F68F7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8A5790-EF0D-0FA6-B444-3408DAD52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CF03A2-2DC5-CAA3-F247-2350CA9F7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0B3464-8AF9-3752-7A8E-636060BE1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9CF1A8-9798-3AEE-4DEE-DEC79952C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015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EDFC7-7CD4-4619-9D25-A96BBA37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4C42F5-46EF-EC65-BC81-B685461C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26EE62-2546-FF5D-94CC-84A0F23AE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E30370-41A2-5C95-2004-92E3EE38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1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499517-0221-A846-0100-352130B8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84F13E-B9A5-9BF1-667D-773BD41B8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772D5-92B8-ECA2-3E39-43B24AA47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09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AAC4-3A9F-E1D6-DBC4-ADE29849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92B2-2BFA-12FC-323C-2203BBB7A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7406F-FA51-01C3-059A-216C9D977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8392B-9C2D-EBFC-2737-EC91592F2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88C04-4BE9-1BBA-CCE3-CC2C5A92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3377D-42AB-C166-2771-B4AB82C8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0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FA43F-B028-7563-C57C-49E1CF391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C24EA-C565-2CA1-9913-78D3FA5F49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1ACE2-22D3-9990-E40E-783BC3219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54AEA-873B-9D8E-2A7E-B3286F747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ACA9BC-620D-275D-0755-AB3B7B31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CE7A4-56D7-9F16-0DB1-DC61375E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3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BCC1-2FB0-E4DA-AFDA-96E316F5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28D2AD-CD84-386F-0690-46D1AE15E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9862C-DE6F-1916-E1D0-CF540B6E6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AD058-B247-32A1-4FA1-1FA80BD6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2260C-E02C-591A-F54F-1300B7A0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57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289B3B-4727-BCEE-E3B6-D02D6FB2ED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145DA-98A1-F67F-10D5-B0D70F1BF0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38B68-EE33-2E3E-0963-689F8717F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6B2F-6E66-21BC-B93A-8AD5F0DD9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72788-C325-CEE9-09EE-F1B5911C5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91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48AD9B-5AC8-0A17-7BAB-2767C4793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B9E2-BC8F-A2EE-418F-534B3A56F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EF3B8-F48A-43D8-D648-F9595BAF16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E1959-0345-455D-8338-7812121EE75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7F390-ADFB-310D-4D94-C817887CC4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8A20A-6F08-C461-4F24-98DEF32CD5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48F7B-AC44-42F1-8713-7A4C7B6A75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648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73C2803-7EF3-73CA-423A-3569A85BC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Fall </a:t>
            </a:r>
            <a:r>
              <a:rPr lang="en-US" b="1" dirty="0" err="1">
                <a:solidFill>
                  <a:schemeClr val="bg1"/>
                </a:solidFill>
              </a:rPr>
              <a:t>DemoSat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CA660EF-EE6F-AFAA-FC58-D973B08DD9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Preliminary Design Review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Arian Rasoli</a:t>
            </a:r>
          </a:p>
          <a:p>
            <a:r>
              <a:rPr lang="en-US" b="1" dirty="0">
                <a:solidFill>
                  <a:schemeClr val="bg1"/>
                </a:solidFill>
              </a:rPr>
              <a:t>09.17.2025</a:t>
            </a:r>
          </a:p>
        </p:txBody>
      </p:sp>
    </p:spTree>
    <p:extLst>
      <p:ext uri="{BB962C8B-B14F-4D97-AF65-F5344CB8AC3E}">
        <p14:creationId xmlns:p14="http://schemas.microsoft.com/office/powerpoint/2010/main" val="368098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A6EAD-7E63-015E-B459-0D4837F7D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D8F23D-4D21-2965-B24C-1FB80A812D3C}"/>
              </a:ext>
            </a:extLst>
          </p:cNvPr>
          <p:cNvSpPr txBox="1"/>
          <p:nvPr/>
        </p:nvSpPr>
        <p:spPr>
          <a:xfrm>
            <a:off x="565532" y="276476"/>
            <a:ext cx="108405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Mission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CAB38-F143-CEA9-9BF6-F7418517780B}"/>
              </a:ext>
            </a:extLst>
          </p:cNvPr>
          <p:cNvSpPr txBox="1"/>
          <p:nvPr/>
        </p:nvSpPr>
        <p:spPr>
          <a:xfrm>
            <a:off x="565532" y="1351508"/>
            <a:ext cx="1106499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Design a robust atmospheric payload capable of detecting and measuring key atmospheric layers.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Feed measurements into a pre-trained tiny machine learning model trained on historical atmospheric data to classify the corresponding atmospheric layer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Model predicts atmospheric layers from 0 through 5 for real-time classification.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Ensure reliable payload functionality and proper error handling throughout the flight.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After flight, the use of Python will help us understand the data of real atmospheric layer measurements versus the model’s predicted classifications.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Create a tiny machine learning  model that can be reutilized for future use cases in </a:t>
            </a:r>
            <a:r>
              <a:rPr lang="en-US" sz="2400" dirty="0" err="1">
                <a:solidFill>
                  <a:schemeClr val="bg1"/>
                </a:solidFill>
              </a:rPr>
              <a:t>DemoSat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663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44972-E230-C48F-6630-A25D88F0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Arduino Nano 33 BLE Sense Rev 2 – Hardware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6390D-ED6F-EA1A-07CD-FA71B30F3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Processor: ARM Cortex-M4 @ 64 MHz  (32-bit, low-power)</a:t>
            </a:r>
          </a:p>
          <a:p>
            <a:r>
              <a:rPr lang="en-US" sz="1800" dirty="0">
                <a:solidFill>
                  <a:schemeClr val="bg1"/>
                </a:solidFill>
              </a:rPr>
              <a:t>Memory: 256 KB Flash, 128 KB RAM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Suitable for </a:t>
            </a:r>
            <a:r>
              <a:rPr lang="en-US" sz="1800" dirty="0" err="1">
                <a:solidFill>
                  <a:schemeClr val="bg1"/>
                </a:solidFill>
              </a:rPr>
              <a:t>TinyML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Onboard Sensors (not used in this project)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Temp, humidity, barometric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IMU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Microphone</a:t>
            </a:r>
          </a:p>
          <a:p>
            <a:r>
              <a:rPr lang="en-US" sz="1800" dirty="0">
                <a:solidFill>
                  <a:schemeClr val="bg1"/>
                </a:solidFill>
              </a:rPr>
              <a:t>Fully compatible with TensorFlow Lite for microcontrollers</a:t>
            </a:r>
          </a:p>
          <a:p>
            <a:r>
              <a:rPr lang="en-US" sz="1800" dirty="0">
                <a:solidFill>
                  <a:schemeClr val="bg1"/>
                </a:solidFill>
              </a:rPr>
              <a:t>Capable of performing real-time data classification on sensor inputs.</a:t>
            </a:r>
          </a:p>
          <a:p>
            <a:r>
              <a:rPr lang="en-US" sz="1800" dirty="0">
                <a:solidFill>
                  <a:schemeClr val="bg1"/>
                </a:solidFill>
              </a:rPr>
              <a:t>Advantages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Low power consumption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Lightweight and suitable for embedded flight system</a:t>
            </a:r>
          </a:p>
          <a:p>
            <a:pPr lvl="1"/>
            <a:r>
              <a:rPr lang="en-US" sz="1800" dirty="0">
                <a:solidFill>
                  <a:schemeClr val="bg1"/>
                </a:solidFill>
              </a:rPr>
              <a:t>Enables an efficient deployment of </a:t>
            </a:r>
            <a:r>
              <a:rPr lang="en-US" sz="1800" dirty="0" err="1">
                <a:solidFill>
                  <a:schemeClr val="bg1"/>
                </a:solidFill>
              </a:rPr>
              <a:t>TinyML</a:t>
            </a:r>
            <a:r>
              <a:rPr lang="en-US" sz="1800" dirty="0">
                <a:solidFill>
                  <a:schemeClr val="bg1"/>
                </a:solidFill>
              </a:rPr>
              <a:t> models</a:t>
            </a:r>
          </a:p>
        </p:txBody>
      </p:sp>
    </p:spTree>
    <p:extLst>
      <p:ext uri="{BB962C8B-B14F-4D97-AF65-F5344CB8AC3E}">
        <p14:creationId xmlns:p14="http://schemas.microsoft.com/office/powerpoint/2010/main" val="1984645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8F4A0-29C2-5E3B-A213-132283B34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2C94A6-CB53-72C6-8F2C-0934A1D34436}"/>
              </a:ext>
            </a:extLst>
          </p:cNvPr>
          <p:cNvSpPr txBox="1"/>
          <p:nvPr/>
        </p:nvSpPr>
        <p:spPr>
          <a:xfrm>
            <a:off x="565531" y="1724037"/>
            <a:ext cx="10838331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CD5AD0-90FC-DD48-1333-22E4B20BF99B}"/>
              </a:ext>
            </a:extLst>
          </p:cNvPr>
          <p:cNvSpPr>
            <a:spLocks noGrp="1"/>
          </p:cNvSpPr>
          <p:nvPr/>
        </p:nvSpPr>
        <p:spPr>
          <a:xfrm>
            <a:off x="838200" y="5230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chemeClr val="bg1"/>
                </a:solidFill>
              </a:rPr>
              <a:t>Mission Requirements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7E04E7-DC07-BDD5-E1A1-36226EECDC87}"/>
              </a:ext>
            </a:extLst>
          </p:cNvPr>
          <p:cNvSpPr>
            <a:spLocks noGrp="1"/>
          </p:cNvSpPr>
          <p:nvPr/>
        </p:nvSpPr>
        <p:spPr>
          <a:xfrm>
            <a:off x="838200" y="19835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Cost must be below $500</a:t>
            </a:r>
          </a:p>
          <a:p>
            <a:r>
              <a:rPr lang="en-US" dirty="0">
                <a:solidFill>
                  <a:schemeClr val="bg1"/>
                </a:solidFill>
              </a:rPr>
              <a:t>Temperature must withstand temperature down to -40 </a:t>
            </a:r>
            <a:r>
              <a:rPr lang="en-US" b="1" i="0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ºC 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Payload weight must be below 800g</a:t>
            </a:r>
          </a:p>
          <a:p>
            <a:r>
              <a:rPr lang="en-US" dirty="0">
                <a:solidFill>
                  <a:schemeClr val="bg1"/>
                </a:solidFill>
              </a:rPr>
              <a:t>Pressure resistant at high altitudes</a:t>
            </a:r>
          </a:p>
          <a:p>
            <a:r>
              <a:rPr lang="en-US" dirty="0">
                <a:solidFill>
                  <a:schemeClr val="bg1"/>
                </a:solidFill>
              </a:rPr>
              <a:t>Battery must be able to withstand severe conditions</a:t>
            </a:r>
          </a:p>
          <a:p>
            <a:r>
              <a:rPr lang="en-US" dirty="0">
                <a:solidFill>
                  <a:schemeClr val="bg1"/>
                </a:solidFill>
              </a:rPr>
              <a:t>Post-Flight code data analysis</a:t>
            </a:r>
          </a:p>
          <a:p>
            <a:r>
              <a:rPr lang="en-US" dirty="0">
                <a:solidFill>
                  <a:schemeClr val="bg1"/>
                </a:solidFill>
              </a:rPr>
              <a:t>Develop documentation and code for future projects that might be done</a:t>
            </a:r>
          </a:p>
          <a:p>
            <a:r>
              <a:rPr lang="en-US" dirty="0">
                <a:solidFill>
                  <a:schemeClr val="bg1"/>
                </a:solidFill>
              </a:rPr>
              <a:t>Have a functioning/reliable </a:t>
            </a:r>
            <a:r>
              <a:rPr lang="en-US" dirty="0" err="1">
                <a:solidFill>
                  <a:schemeClr val="bg1"/>
                </a:solidFill>
              </a:rPr>
              <a:t>TinyML</a:t>
            </a:r>
            <a:r>
              <a:rPr lang="en-US" dirty="0">
                <a:solidFill>
                  <a:schemeClr val="bg1"/>
                </a:solidFill>
              </a:rPr>
              <a:t> model for layer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291043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AD4849-371C-A2B8-0618-F35BAEBEBC22}"/>
              </a:ext>
            </a:extLst>
          </p:cNvPr>
          <p:cNvSpPr>
            <a:spLocks noGrp="1"/>
          </p:cNvSpPr>
          <p:nvPr/>
        </p:nvSpPr>
        <p:spPr>
          <a:xfrm>
            <a:off x="838200" y="5230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Subsystem Requirements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0CFE73-BF70-56D8-60ED-8D964AB9AE92}"/>
              </a:ext>
            </a:extLst>
          </p:cNvPr>
          <p:cNvSpPr>
            <a:spLocks noGrp="1"/>
          </p:cNvSpPr>
          <p:nvPr/>
        </p:nvSpPr>
        <p:spPr>
          <a:xfrm>
            <a:off x="838200" y="19835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Power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Our power supply (9V Battery), must be able to withstand extreme conditions while being able to supply our systems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We will need to power our: Switch, Arduino Nano 33 BLE Sense Rev2, and BME280, AS7331 sensors.</a:t>
            </a:r>
          </a:p>
        </p:txBody>
      </p:sp>
    </p:spTree>
    <p:extLst>
      <p:ext uri="{BB962C8B-B14F-4D97-AF65-F5344CB8AC3E}">
        <p14:creationId xmlns:p14="http://schemas.microsoft.com/office/powerpoint/2010/main" val="3340640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0484-F232-2194-92C1-F214D27B0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PT - _PDF_ TinyML: Machine Learning with TensorFlow Lite on Arduino and Ultra-Low-Pow ...">
            <a:extLst>
              <a:ext uri="{FF2B5EF4-FFF2-40B4-BE49-F238E27FC236}">
                <a16:creationId xmlns:a16="http://schemas.microsoft.com/office/drawing/2014/main" id="{3249C9B4-3C46-F86B-3F4E-E92D9002F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282" y="2133600"/>
            <a:ext cx="7985078" cy="3625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C4EC69-69FA-D2E7-289F-FA077D26D434}"/>
              </a:ext>
            </a:extLst>
          </p:cNvPr>
          <p:cNvSpPr>
            <a:spLocks noGrp="1"/>
          </p:cNvSpPr>
          <p:nvPr/>
        </p:nvSpPr>
        <p:spPr>
          <a:xfrm>
            <a:off x="770021" y="6125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TensorFlow Machine Learning Architecture</a:t>
            </a:r>
          </a:p>
        </p:txBody>
      </p:sp>
    </p:spTree>
    <p:extLst>
      <p:ext uri="{BB962C8B-B14F-4D97-AF65-F5344CB8AC3E}">
        <p14:creationId xmlns:p14="http://schemas.microsoft.com/office/powerpoint/2010/main" val="1803186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FEBF-0584-EA86-03CD-6E741282A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978031E-6A95-FE45-16EB-CBFDD058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47" y="2425788"/>
            <a:ext cx="10376753" cy="333198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8C4EC69-69FA-D2E7-289F-FA077D26D434}"/>
              </a:ext>
            </a:extLst>
          </p:cNvPr>
          <p:cNvSpPr>
            <a:spLocks noGrp="1"/>
          </p:cNvSpPr>
          <p:nvPr/>
        </p:nvSpPr>
        <p:spPr>
          <a:xfrm>
            <a:off x="977047" y="11002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Rough Sketch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07CED-8DA3-A2D4-F3EC-418F184D952A}"/>
              </a:ext>
            </a:extLst>
          </p:cNvPr>
          <p:cNvSpPr txBox="1"/>
          <p:nvPr/>
        </p:nvSpPr>
        <p:spPr>
          <a:xfrm>
            <a:off x="977047" y="5757773"/>
            <a:ext cx="339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Will have better Diagram by CDR</a:t>
            </a:r>
          </a:p>
        </p:txBody>
      </p:sp>
    </p:spTree>
    <p:extLst>
      <p:ext uri="{BB962C8B-B14F-4D97-AF65-F5344CB8AC3E}">
        <p14:creationId xmlns:p14="http://schemas.microsoft.com/office/powerpoint/2010/main" val="4034294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3FA3A-6073-93B8-B027-3A31DAB09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E28476-E8DA-0BA4-3025-E71895EA3B88}"/>
              </a:ext>
            </a:extLst>
          </p:cNvPr>
          <p:cNvSpPr>
            <a:spLocks noGrp="1"/>
          </p:cNvSpPr>
          <p:nvPr/>
        </p:nvSpPr>
        <p:spPr>
          <a:xfrm>
            <a:off x="838200" y="5230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Commands and Sensors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CD12479-CDD0-322C-78DD-A146D7167CF0}"/>
              </a:ext>
            </a:extLst>
          </p:cNvPr>
          <p:cNvSpPr>
            <a:spLocks noGrp="1"/>
          </p:cNvSpPr>
          <p:nvPr/>
        </p:nvSpPr>
        <p:spPr>
          <a:xfrm>
            <a:off x="838200" y="19835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When Switch == 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Data collection starts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BME280, AS7331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Feed this data:  temperature and pressure to model.</a:t>
            </a:r>
          </a:p>
          <a:p>
            <a:pPr lvl="2"/>
            <a:r>
              <a:rPr lang="en-US" dirty="0">
                <a:solidFill>
                  <a:schemeClr val="bg1"/>
                </a:solidFill>
              </a:rPr>
              <a:t>From each data collected, saved onto an SD card.</a:t>
            </a:r>
          </a:p>
          <a:p>
            <a:pPr lvl="3"/>
            <a:r>
              <a:rPr lang="en-US" dirty="0">
                <a:solidFill>
                  <a:schemeClr val="bg1"/>
                </a:solidFill>
              </a:rPr>
              <a:t>I only intend to use one 8gb SD Card for this </a:t>
            </a:r>
            <a:r>
              <a:rPr lang="en-US" dirty="0" err="1">
                <a:solidFill>
                  <a:schemeClr val="bg1"/>
                </a:solidFill>
              </a:rPr>
              <a:t>expirement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When Switch == OFF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Data collection is NULL</a:t>
            </a:r>
          </a:p>
        </p:txBody>
      </p:sp>
    </p:spTree>
    <p:extLst>
      <p:ext uri="{BB962C8B-B14F-4D97-AF65-F5344CB8AC3E}">
        <p14:creationId xmlns:p14="http://schemas.microsoft.com/office/powerpoint/2010/main" val="3190747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A85C5-DA40-E56C-4CF6-CFE0A34A2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FCF3C1B-8B5A-3094-753F-CC70871C7B02}"/>
              </a:ext>
            </a:extLst>
          </p:cNvPr>
          <p:cNvSpPr>
            <a:spLocks noGrp="1"/>
          </p:cNvSpPr>
          <p:nvPr/>
        </p:nvSpPr>
        <p:spPr>
          <a:xfrm>
            <a:off x="838200" y="5230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Testing Plans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A50A542-75E9-A287-4083-3EDE7D9B4DDB}"/>
              </a:ext>
            </a:extLst>
          </p:cNvPr>
          <p:cNvSpPr>
            <a:spLocks noGrp="1"/>
          </p:cNvSpPr>
          <p:nvPr/>
        </p:nvSpPr>
        <p:spPr>
          <a:xfrm>
            <a:off x="838200" y="19835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Battery Capability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Environmental testing, Pressure testing</a:t>
            </a:r>
          </a:p>
          <a:p>
            <a:r>
              <a:rPr lang="en-US" dirty="0">
                <a:solidFill>
                  <a:schemeClr val="bg1"/>
                </a:solidFill>
              </a:rPr>
              <a:t>Sensors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Drop test, Functionality, Environmental </a:t>
            </a:r>
          </a:p>
          <a:p>
            <a:r>
              <a:rPr lang="en-US" dirty="0">
                <a:solidFill>
                  <a:schemeClr val="bg1"/>
                </a:solidFill>
              </a:rPr>
              <a:t>LEDs/Switch Functions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Whip, Drop,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09647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D9AE-F74D-2C8C-F5ED-A4399EC24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FA4DF12-A802-5AD3-9918-809A5A69CA3C}"/>
              </a:ext>
            </a:extLst>
          </p:cNvPr>
          <p:cNvSpPr>
            <a:spLocks noGrp="1"/>
          </p:cNvSpPr>
          <p:nvPr/>
        </p:nvSpPr>
        <p:spPr>
          <a:xfrm>
            <a:off x="838200" y="52308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Parts List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3EF5C91-4E7F-7DF1-C650-59751396E9E1}"/>
              </a:ext>
            </a:extLst>
          </p:cNvPr>
          <p:cNvSpPr>
            <a:spLocks noGrp="1"/>
          </p:cNvSpPr>
          <p:nvPr/>
        </p:nvSpPr>
        <p:spPr>
          <a:xfrm>
            <a:off x="838200" y="19835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9V battery</a:t>
            </a:r>
          </a:p>
          <a:p>
            <a:r>
              <a:rPr lang="en-US" dirty="0">
                <a:solidFill>
                  <a:schemeClr val="bg1"/>
                </a:solidFill>
              </a:rPr>
              <a:t>Sensors</a:t>
            </a:r>
          </a:p>
          <a:p>
            <a:pPr lvl="1"/>
            <a:r>
              <a:rPr lang="en-US" dirty="0" err="1">
                <a:solidFill>
                  <a:schemeClr val="bg1"/>
                </a:solidFill>
              </a:rPr>
              <a:t>OpenLog</a:t>
            </a:r>
            <a:r>
              <a:rPr lang="en-US" dirty="0">
                <a:solidFill>
                  <a:schemeClr val="bg1"/>
                </a:solidFill>
              </a:rPr>
              <a:t> (SD card reader)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 BME280 (Pressure &amp; Temp sensor)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VEML6075 (UV-A and UV-B Sensor)</a:t>
            </a:r>
          </a:p>
          <a:p>
            <a:r>
              <a:rPr lang="en-US" dirty="0">
                <a:solidFill>
                  <a:schemeClr val="bg1"/>
                </a:solidFill>
              </a:rPr>
              <a:t>Microcontrollers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Arduino Nano 33 BLE Sense Rev2</a:t>
            </a:r>
          </a:p>
          <a:p>
            <a:r>
              <a:rPr lang="en-US" dirty="0">
                <a:solidFill>
                  <a:schemeClr val="bg1"/>
                </a:solidFill>
              </a:rPr>
              <a:t>Box : Unsure about dimensions (don’t think it’ll be more than 4x4)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568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40821-D131-4EE2-1F93-E4CF0BF87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78705-7C47-20B2-EE1A-E22CBBD0A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model is expected to accurately identify the atmospheric layer the payload is currently in based on sensor readings.</a:t>
            </a:r>
          </a:p>
          <a:p>
            <a:r>
              <a:rPr lang="en-US" dirty="0">
                <a:solidFill>
                  <a:schemeClr val="bg1"/>
                </a:solidFill>
              </a:rPr>
              <a:t>It will provide layer transitions (Surface, Troposphere, Stratosphere) as the payload ascends.</a:t>
            </a:r>
          </a:p>
          <a:p>
            <a:r>
              <a:rPr lang="en-US" dirty="0">
                <a:solidFill>
                  <a:schemeClr val="bg1"/>
                </a:solidFill>
              </a:rPr>
              <a:t>Based on the current accuracy of the model, I predict the model will successfully classify atmospheric layers &gt;90% of the time under flight conditions. </a:t>
            </a:r>
          </a:p>
        </p:txBody>
      </p:sp>
    </p:spTree>
    <p:extLst>
      <p:ext uri="{BB962C8B-B14F-4D97-AF65-F5344CB8AC3E}">
        <p14:creationId xmlns:p14="http://schemas.microsoft.com/office/powerpoint/2010/main" val="23306941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EF8F0-13D9-2BEB-80CE-39C296C4B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78CEA-BBA1-3FCA-3FE9-E8148E71A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Arian Rasoli - Team Lead, Embedded Systems Engineer.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Current Schedule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PDR: 9.17.2025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CDR: 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FRR: 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Launch: 11.4.2025 ?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Final Report Due: ?</a:t>
            </a:r>
          </a:p>
        </p:txBody>
      </p:sp>
    </p:spTree>
    <p:extLst>
      <p:ext uri="{BB962C8B-B14F-4D97-AF65-F5344CB8AC3E}">
        <p14:creationId xmlns:p14="http://schemas.microsoft.com/office/powerpoint/2010/main" val="2720092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E4A62-83C3-243A-C1B7-B7B067EA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56990-03AA-74BA-2D95-90719CB1C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 expect to have a viable system that will collect basic atmospheric weather conditions and pass it into a model for atmospheric layer classification.</a:t>
            </a:r>
          </a:p>
          <a:p>
            <a:r>
              <a:rPr lang="en-US" dirty="0">
                <a:solidFill>
                  <a:schemeClr val="bg1"/>
                </a:solidFill>
              </a:rPr>
              <a:t>I plan to optimize my weight and have the necessary systems to keep it up and running.</a:t>
            </a:r>
          </a:p>
          <a:p>
            <a:r>
              <a:rPr lang="en-US" dirty="0">
                <a:solidFill>
                  <a:schemeClr val="bg1"/>
                </a:solidFill>
              </a:rPr>
              <a:t>I plan to analyze the data post-flight to see the accuracy of the model</a:t>
            </a:r>
          </a:p>
          <a:p>
            <a:r>
              <a:rPr lang="en-US" dirty="0">
                <a:solidFill>
                  <a:schemeClr val="bg1"/>
                </a:solidFill>
              </a:rPr>
              <a:t>I am confident that the model will work as intended and accuracy to be about 90% during flight.</a:t>
            </a:r>
          </a:p>
        </p:txBody>
      </p:sp>
    </p:spTree>
    <p:extLst>
      <p:ext uri="{BB962C8B-B14F-4D97-AF65-F5344CB8AC3E}">
        <p14:creationId xmlns:p14="http://schemas.microsoft.com/office/powerpoint/2010/main" val="3561423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883-1103-F1D3-E124-65F13F28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80151-3263-A9FD-DA3C-BA6F0305D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Professor Jones</a:t>
            </a:r>
          </a:p>
          <a:p>
            <a:r>
              <a:rPr lang="en-US" dirty="0">
                <a:solidFill>
                  <a:schemeClr val="bg1"/>
                </a:solidFill>
              </a:rPr>
              <a:t>Professor </a:t>
            </a:r>
            <a:r>
              <a:rPr lang="en-US" dirty="0" err="1">
                <a:solidFill>
                  <a:schemeClr val="bg1"/>
                </a:solidFill>
              </a:rPr>
              <a:t>Wikowsky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Professor VandenPlas</a:t>
            </a:r>
          </a:p>
          <a:p>
            <a:r>
              <a:rPr lang="en-US" dirty="0">
                <a:solidFill>
                  <a:schemeClr val="bg1"/>
                </a:solidFill>
              </a:rPr>
              <a:t>Colorado Space Grant Consortium</a:t>
            </a:r>
          </a:p>
        </p:txBody>
      </p:sp>
    </p:spTree>
    <p:extLst>
      <p:ext uri="{BB962C8B-B14F-4D97-AF65-F5344CB8AC3E}">
        <p14:creationId xmlns:p14="http://schemas.microsoft.com/office/powerpoint/2010/main" val="21517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7fffbac-3411-4757-823a-b3c675efd3eb">
      <Terms xmlns="http://schemas.microsoft.com/office/infopath/2007/PartnerControls"/>
    </lcf76f155ced4ddcb4097134ff3c332f>
    <TaxCatchAll xmlns="c8fbb5d0-7590-4e0b-91c7-9c7049c2246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B7FBE526CC7E4A80940ED2E9C3E68F" ma:contentTypeVersion="22" ma:contentTypeDescription="Create a new document." ma:contentTypeScope="" ma:versionID="8be52ec51f24ceeb84cfa9400be02002">
  <xsd:schema xmlns:xsd="http://www.w3.org/2001/XMLSchema" xmlns:xs="http://www.w3.org/2001/XMLSchema" xmlns:p="http://schemas.microsoft.com/office/2006/metadata/properties" xmlns:ns2="c8fbb5d0-7590-4e0b-91c7-9c7049c22468" xmlns:ns3="37fffbac-3411-4757-823a-b3c675efd3eb" targetNamespace="http://schemas.microsoft.com/office/2006/metadata/properties" ma:root="true" ma:fieldsID="1535f814667adeec93cb08d0a595614a" ns2:_="" ns3:_="">
    <xsd:import namespace="c8fbb5d0-7590-4e0b-91c7-9c7049c22468"/>
    <xsd:import namespace="37fffbac-3411-4757-823a-b3c675efd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bb5d0-7590-4e0b-91c7-9c7049c2246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12dc5d02-32cf-4b5f-a56c-e73e2c56a0e2}" ma:internalName="TaxCatchAll" ma:showField="CatchAllData" ma:web="c8fbb5d0-7590-4e0b-91c7-9c7049c224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fffbac-3411-4757-823a-b3c675efd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a199682-18ee-4490-8928-55ce5e3413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C9369C2-DCF3-4D8E-91F0-2FE4B41961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A5734F-E3C9-4BED-9D49-C95556D317D1}">
  <ds:schemaRefs>
    <ds:schemaRef ds:uri="c406f6ab-c41c-471b-9c6d-1fb28ca55b9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37fffbac-3411-4757-823a-b3c675efd3eb"/>
    <ds:schemaRef ds:uri="c8fbb5d0-7590-4e0b-91c7-9c7049c22468"/>
  </ds:schemaRefs>
</ds:datastoreItem>
</file>

<file path=customXml/itemProps3.xml><?xml version="1.0" encoding="utf-8"?>
<ds:datastoreItem xmlns:ds="http://schemas.openxmlformats.org/officeDocument/2006/customXml" ds:itemID="{FFE38B68-2CC0-4017-983D-2A008A0C7D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bb5d0-7590-4e0b-91c7-9c7049c22468"/>
    <ds:schemaRef ds:uri="37fffbac-3411-4757-823a-b3c675efd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Microsoft Office PowerPoint</Application>
  <PresentationFormat>Widescreen</PresentationFormat>
  <Paragraphs>90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Fall DemoSat</vt:lpstr>
      <vt:lpstr>PowerPoint Presentation</vt:lpstr>
      <vt:lpstr>Arduino Nano 33 BLE Sense Rev 2 – Hardware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Expected Results</vt:lpstr>
      <vt:lpstr>Structure</vt:lpstr>
      <vt:lpstr>Conclusion</vt:lpstr>
      <vt:lpstr>Acknowledgements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Zeller, Andrew</dc:creator>
  <cp:lastModifiedBy>Arian Rasoli</cp:lastModifiedBy>
  <cp:revision>22</cp:revision>
  <dcterms:created xsi:type="dcterms:W3CDTF">2025-07-28T03:27:03Z</dcterms:created>
  <dcterms:modified xsi:type="dcterms:W3CDTF">2025-09-17T21:20:52Z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0x01010010B7FBE526CC7E4A80940ED2E9C3E68F</vt:lpwstr>
  </property>
</Properties>
</file>